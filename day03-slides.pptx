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2" r:id="rId3"/>
  </p:sldMasterIdLst>
  <p:notesMasterIdLst>
    <p:notesMasterId r:id="rId5"/>
  </p:notesMasterIdLst>
  <p:sldIdLst>
    <p:sldId id="256" r:id="rId7"/>
    <p:sldId id="257" r:id="rId9"/>
    <p:sldId id="258" r:id="rId11"/>
    <p:sldId id="259" r:id="rId13"/>
    <p:sldId id="260" r:id="rId15"/>
    <p:sldId id="261" r:id="rId17"/>
    <p:sldId id="262" r:id="rId19"/>
    <p:sldId id="263" r:id="rId21"/>
    <p:sldId id="264" r:id="rId23"/>
    <p:sldId id="265" r:id="rId25"/>
    <p:sldId id="266" r:id="rId27"/>
    <p:sldId id="267" r:id="rId29"/>
    <p:sldId id="268" r:id="rId31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9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7" Type="http://schemas.openxmlformats.org/officeDocument/2006/relationships/slide" Target="slides/slide6.xml"></Relationship><Relationship Id="rId19" Type="http://schemas.openxmlformats.org/officeDocument/2006/relationships/slide" Target="slides/slide7.xml"></Relationship><Relationship Id="rId21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9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3" Type="http://schemas.openxmlformats.org/officeDocument/2006/relationships/viewProps" Target="viewProps.xml"></Relationship><Relationship Id="rId34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731520"/>
            <a:ext cx="3840480" cy="384048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377440" cy="237744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넣고 꺼내기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CRUD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"데이터를 어떻게 다루죠?"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CRUD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— 데이터 입고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단건/다건/컬럼지정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+ WHERE — 데이터 조회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025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비교연산/BETWEEN/IN/LIKE/NULL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054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&amp; LIMIT — 정렬·페이징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98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ASC/DESC, 페이지네이션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00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— 데이터 수정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핵버튼 주의! WHERE 필수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— 데이터 삭제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TRUNCATE 차이 포함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987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 KEY의 역할은? (2가지)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중복/NULL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7922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AUTO_INCREMENT를 쓰면 INSERT 시 어떻게 되나요?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자동 증가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5968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NULL과 UNIQUE의 차이는?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비움/중복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제약조건으로 별점 0~5 제한하는 SQL은?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CHECK(rating...)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702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TABLE로 컬럼을 추가하는 명령어는?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ADD COLUMN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— 데이터 입고 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INSERT = 창고에 물건을 넣는 행위.  AUTO_INCREMENT 컬럼(id)은 생략 가능!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단건 INSERT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3977640" cy="22402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19072"/>
            <a:ext cx="370332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방법 1: 컬럼명 명시 (권장!)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(name, category, rating)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('해운대불고기', '한식', 4.2);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방법 2: 컬럼명 생략 (순서 주의!)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(NULL, '광안리피자', '피자', NULL, 3.8);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id는 NULL로 넣거나 아예 생략하면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AUTO_INCREMENT가 자동 부여!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다건 INSERT (권장 ✅)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77640" cy="22402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719072"/>
            <a:ext cx="370332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한 번에 여러 행 삽입 (빠르고 효율적!)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menus (restaurant_id, menu_name, price)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 '갈비탕', 12000),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 '비빔밥', 9000),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 '된장찌개', 8000);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⚡ vs 반복 INSERT (느림 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menus ... VALUES (1, '갈비탕', 12000);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menus ... VALUES (1, '비빔밥', 9000);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서버 왕복 3번 vs 1번 차이!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INSERT 시 NOT NULL 컬럼은 반드시 값을 넣거나 DEFAULT가 있어야 합니다. AUTO_INCREMENT 컬럼(id)은 생략 OK!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+ WHERE — 검색 필터 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🛒  WHERE = 쿠팡 가격 필터!  조건에 맞는 행만 꺼내옵니다.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비교연산자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4592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같음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 = '치킨'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 / &lt;&gt;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다름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 != '한식'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초과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 &gt; 10000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이상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 &gt;= 4.0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BETWEEN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범위 포함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 BETWEEN 5000 AND 15000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목록 포함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 IN ('치킨','피자')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 NULL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 확인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 IS NULL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6634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+ AND / OR / NOT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645920"/>
            <a:ext cx="3977640" cy="31272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1719072"/>
            <a:ext cx="37033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LIKE: 패턴 검색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%: 뭐든 OK  _: 딱 한 글자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menu_name LIKE '%치킨%';   -- 치킨 포함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menu_name LIKE '김%';      -- 김으로 시작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menu_name LIKE '%밥';      -- 밥으로 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menu_name LIKE '양_치킨';  -- 양X치킨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AND / OR / 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&gt;= 10000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category = '치킨';         -- 둘 다 만족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'치킨'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category = '피자';         -- 하나라도 만족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IS NULL;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4791456"/>
            <a:ext cx="4160520" cy="18288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479145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 = 0글자 이상 아무거나  |  _ = 딱 1글자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&amp; LIMIT — 정렬과 페이징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🛍️  ORDER BY + LIMIT = 네이버 쇼핑 "낮은 가격순"  + 페이지 넘기기!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3977640" cy="22402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19072"/>
            <a:ext cx="370332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오름차순 (기본값, ASC 생략 가능)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ASC;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내림차순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다중 정렬 (카테고리순 → 같으면 평점 내림차순)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category ASC, rating DESC;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 + OFFSET (페이지네이션)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77640" cy="262432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719072"/>
            <a:ext cx="3703320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상위 5개만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페이지네이션 (한 페이지 5개)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-- 1페이지: OFFSET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 ORDER BY id LIMIT 5 OFFSET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-- 2페이지: OFFSET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 ORDER BY id LIMIT 5 OFFSET 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-- 3페이지: OFFSET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 ORDER BY id LIMIT 5 OFFSET 10;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공식: OFFSET = (페이지번호 - 1) × 페이지크기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343400"/>
            <a:ext cx="4160520" cy="585216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34340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n OFFSET m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앞에서 m개 건너뛰고 n개 가져오기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— 데이터 수정 (핵버튼 주의!)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solidFill>
            <a:srgbClr val="FFECEC"/>
          </a:solidFill>
          <a:ln w="254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☢️  WHERE 없는 UPDATE = 핵버튼!  전체 데이터가 한 번에 바뀝니다.  WHERE = 안전핀!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4160520" cy="34747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안전한 UPDATE (WHERE 있음)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37360"/>
            <a:ext cx="3977640" cy="1874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810512"/>
            <a:ext cx="3703320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특정 가게 평점만 수정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rating = 4.8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특정 가게의 메뉴 가격 10% 인상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price = ROUND(price * 1.1)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restaurant_id = 3;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416052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258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위험한 UPDATE (WHERE 없음)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977640" cy="1874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810512"/>
            <a:ext cx="3703320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☠️ 전체 가게 평점이 0으로!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restaurants SET rating = 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☠️ 전체 메뉴 가격이 9999로!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menus SET price = 9999;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실수로 WHERE를 빠뜨린 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-- 10건, 30건 데이터가 모두 변경됨!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59352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59352"/>
            <a:ext cx="8503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593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 SAFE UPDATE MODE — 안전망 설정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4439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SQL_SAFE_UPDATES = 1;   -- 켜기 (WHERE 없는 UPDATE/DELETE 차단)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SQL_SAFE_UPDATES = 0;   -- 끄기 (주의해서 사용!)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— 데이터 삭제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ECEC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DELETE도 WHERE 없으면 전체 삭제!  실행 전 반드시 SELECT로 대상 확인!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안전한 DELETE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3977640" cy="15727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19072"/>
            <a:ext cx="37033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-- 1단계: 먼저 SELECT로 확인!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is_available = FALSE;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-- 2단계: 확인 후 DELETE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is_available = FALSE;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위험한 DELETE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77640" cy="15727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719072"/>
            <a:ext cx="37033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☠️ 테이블 전체 데이터 삭제!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menus;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이 한 줄이면 menus 30건 전부 사라짐!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없으면 절대 실행하지 마세요!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93592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93592"/>
            <a:ext cx="8503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93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vs TRUNCATE vs DROP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005072"/>
          <a:ext cx="832104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 범위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가능?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AUTO_INCREMENT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DELETE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 삭제 (WHERE 가능)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7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가능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TRUNCATE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행 삭제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불가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DROP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테이블 자체 삭제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불가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SELECT 종합 실습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화면 보면서 같이 타이핑하세요!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155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148132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55448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'치킨';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1556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1556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155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범위 + 정렬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28032" y="148132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65192" y="155448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BETWEEN 8000 AND 15000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4144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4144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414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패턴 검색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280720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288036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menu_name LIKE '%김치%';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4144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4144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414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3 평점 가게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280720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65192" y="288036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rating FROM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rating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7673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76732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673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고객 찾기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" y="413308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352" y="420624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phone FROM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IS NULL;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7673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67328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7673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조건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28032" y="4133088"/>
            <a:ext cx="4014216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65192" y="4206240"/>
            <a:ext cx="37398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&gt;= 10000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is_available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ASC;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실행 순서 — 작성순 ≠ 실행순!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SQL은 쓰는 순서와 실행 순서가 달라요! ORDER BY에서 SELECT 별칭을 쓸 수 없는 이유!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61872"/>
            <a:ext cx="4572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1353312"/>
            <a:ext cx="1097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3533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테이블에서?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353312"/>
            <a:ext cx="3429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3533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429768" y="1865376"/>
            <a:ext cx="201168" cy="128016"/>
          </a:xfrm>
          <a:prstGeom prst="TRIANGL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5681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956816"/>
            <a:ext cx="457200" cy="5943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568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2048256"/>
            <a:ext cx="109728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0482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2093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조건으로?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048256"/>
            <a:ext cx="3429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04825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&gt;= 10000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10800000">
            <a:off x="429768" y="2560320"/>
            <a:ext cx="201168" cy="128016"/>
          </a:xfrm>
          <a:prstGeom prst="TRIANGL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5176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51760"/>
            <a:ext cx="45720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51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" y="2743200"/>
            <a:ext cx="1097280" cy="38404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2743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컬럼을?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2743200"/>
            <a:ext cx="3429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7432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10800000">
            <a:off x="429768" y="3255264"/>
            <a:ext cx="201168" cy="128016"/>
          </a:xfrm>
          <a:prstGeom prst="TRIANGL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46704"/>
            <a:ext cx="45720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467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672" y="3438144"/>
            <a:ext cx="109728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34381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11680" y="3483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정렬?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3438144"/>
            <a:ext cx="3429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4381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10800000">
            <a:off x="429768" y="3950208"/>
            <a:ext cx="201168" cy="128016"/>
          </a:xfrm>
          <a:prstGeom prst="TRIANGL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404164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4041648"/>
            <a:ext cx="4572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4672" y="4133088"/>
            <a:ext cx="10972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41330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01168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개까지?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03520" y="4133088"/>
            <a:ext cx="3429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41330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문제 — 혼자 해보기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day03-practice.md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restaurants에 새 가게 3건 INSERT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menus 조회 (SELECT *)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03911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24942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093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3500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category가 '치킨'인 가게만 조회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24942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093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23500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10000~20000원 메뉴 조회 (BETWEEN)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80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3191256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" y="3035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메뉴명에 '김치' 포함된 메뉴 LIKE 조회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80944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191256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3035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평점 내림차순 TOP 5 가게 조회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2277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" y="413308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6968" y="4233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가게 전체 메뉴 가격 10% 인상 UPDATE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922776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413308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4233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 메뉴 조회 후 해당 메뉴만 DELETE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삽입. 다건은 VALUES 여러개. id는 생략 가능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조회. * = 전체, 컬럼 지정 가능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필터. =, !=, BETWEEN, IN, LIKE, IS NULL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492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검색. % = 0글자 이상, _ = 딱 1글자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정렬. ASC(오름), DESC(내림), 다중 정렬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제한. OFFSET으로 페이지네이션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87168" y="307238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172968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72968" y="3383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수정. WHERE 필수! 없으면 전체 수정!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0"/>
            <a:ext cx="3657600" cy="3657600"/>
          </a:xfrm>
          <a:prstGeom prst="ellipse">
            <a:avLst/>
          </a:prstGeom>
          <a:solidFill>
            <a:srgbClr val="F5A623">
              <a:alpha val="13000"/>
            </a:srgbClr>
          </a:solidFill>
          <a:ln w="12700">
            <a:solidFill>
              <a:srgbClr val="F5A623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B3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 마무리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CRUD 완성! 데이터를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맘대로 다룰 수 있어요 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그런데...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꺼낸 데이터를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좀 다듬고 싶은데요?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이름을 "김철수 (고객번호: 00003)" 형태로 보고 싶어요
</a:t>
            </a:r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별점을 반올림해서 보여주고 싶어요
</a:t>
            </a:r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가입한 지 며칠 됐는지 자동 계산할 수 없나요?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Day 4 — 데이터 가공의 기술: 내장 함수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· ROUND · DATE_FORMAT · CASE WHEN · DISTINCT · AS</a:t>
            </a:r>
            <a:endParaRPr lang="en-US" sz="1100" dirty="0"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13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PptxGenJS</cp:lastModifiedBy>
  <dc:title>Day 3 — CRUD: 데이터 넣고 꺼내기</dc:title>
  <dc:subject>PptxGenJS Presentation</dc:subject>
  <cp:version>10.105.299.56171</cp:version>
  <dcterms:modified xsi:type="dcterms:W3CDTF">2026-04-16T16:55:44Z</dcterms:modified>
</cp:coreProperties>
</file>