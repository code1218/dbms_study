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548640"/>
            <a:ext cx="3657600" cy="365760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2D8B8B">
              <a:alpha val="22000"/>
            </a:srgbClr>
          </a:solidFill>
          <a:ln w="12700">
            <a:solidFill>
              <a:srgbClr val="2D8B8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194560" cy="32004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10일 완성 과정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4864" cy="1691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231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JOIN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흩어진 퍼즐 맞추기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777240" y="3886200"/>
            <a:ext cx="6858000" cy="502920"/>
          </a:xfrm>
          <a:prstGeom prst="rect">
            <a:avLst/>
          </a:prstGeom>
          <a:solidFill>
            <a:srgbClr val="182236"/>
          </a:solidFill>
          <a:ln w="12700">
            <a:solidFill>
              <a:srgbClr val="1822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862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 "가게 번호 말고 이름으로 보고 싶어요!"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한국IT교육센터 부산점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배울 것들 — JOIN 4종 + 실전 조합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987552"/>
            <a:ext cx="420624" cy="420624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JOIN인가?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2070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거대 테이블의 문제 · 테이블 분리의 이유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12480" y="868680"/>
            <a:ext cx="365760" cy="65836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64208"/>
            <a:ext cx="8412480" cy="658368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1783080"/>
            <a:ext cx="420624" cy="42062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783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1709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INNER JOIN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00253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양쪽 모두 매칭되는 것만 — 소개팅 매칭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412480" y="1664208"/>
            <a:ext cx="36576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45973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578608"/>
            <a:ext cx="420624" cy="420624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786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25054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LEFT / RIGHT JOIN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27980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한쪽을 기준으로 — 출석부 (결석자도 포함)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0" y="2459736"/>
            <a:ext cx="365760" cy="6583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255264"/>
            <a:ext cx="8412480" cy="658368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374136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741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33009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CROSS · SELF JOIN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5935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조합 · 자기 자신과 JOIN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12480" y="3255264"/>
            <a:ext cx="36576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05079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4169664"/>
            <a:ext cx="420624" cy="420624"/>
          </a:xfrm>
          <a:prstGeom prst="ellipse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1696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4096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JOIN + GROUP BY 황금 조합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43891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드디어 가게 이름으로 매출 랭킹!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12480" y="4050792"/>
            <a:ext cx="365760" cy="658368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5 복습 퀴즈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4114800"/>
          </a:xfrm>
          <a:prstGeom prst="rect">
            <a:avLst/>
          </a:prstGeom>
          <a:solidFill>
            <a:srgbClr val="FAFBFD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 10분  |  Day 5 집계함수 &amp; GROUP BY 점검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Q1.  COUNT(*) 와 COUNT(컬럼) 의 차이는?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37960" y="1298448"/>
            <a:ext cx="1965960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2984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COUNT(*)는 NULL 포함, COUNT(col)은 NULL 제외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193852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Q2.  GROUP BY 없이 SUM(price) 를 쓰면?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37960" y="1956816"/>
            <a:ext cx="1965960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9568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전체 합계 1행 반환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2596896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Q3.  WHERE 와 HAVING 중 집계함수를 쓸 수 있는 것은?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37960" y="2615184"/>
            <a:ext cx="1965960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6151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HAVING (GROUP BY 이후 실행)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3255264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Q4.  SELECT restaurant_id, name, COUNT(*) FROM orders GROUP BY restaurant_id; — 문제는?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3273552"/>
            <a:ext cx="1965960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2735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name이 GROUP BY에 없어서 에러 (ERROR 1055)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" y="391363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Q5.  쿼리 실행 순서 7단계를 말해보세요.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3931920"/>
            <a:ext cx="1965960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931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FROM→WHERE→GROUP BY→HAVING→SELECT→ORDER BY→LIMIT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JOIN이 필요한가?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4114800" cy="1371600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138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😞  Day 5의 결과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078992"/>
            <a:ext cx="3840480" cy="201168"/>
          </a:xfrm>
          <a:prstGeom prst="rect">
            <a:avLst/>
          </a:prstGeom>
          <a:solidFill>
            <a:srgbClr val="E8A9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789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restaurant_id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77440" y="10789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총매출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1280160"/>
            <a:ext cx="3840480" cy="201168"/>
          </a:xfrm>
          <a:prstGeom prst="rect">
            <a:avLst/>
          </a:prstGeom>
          <a:solidFill>
            <a:srgbClr val="FFFD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280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77440" y="1280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87,000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1481328"/>
            <a:ext cx="3840480" cy="201168"/>
          </a:xfrm>
          <a:prstGeom prst="rect">
            <a:avLst/>
          </a:prstGeom>
          <a:solidFill>
            <a:srgbClr val="FFF8E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81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77440" y="1481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72,500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1682496"/>
            <a:ext cx="3840480" cy="201168"/>
          </a:xfrm>
          <a:prstGeom prst="rect">
            <a:avLst/>
          </a:prstGeom>
          <a:solidFill>
            <a:srgbClr val="FFFDF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6824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77440" y="16824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65,000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1883664"/>
            <a:ext cx="3840480" cy="201168"/>
          </a:xfrm>
          <a:prstGeom prst="rect">
            <a:avLst/>
          </a:prstGeom>
          <a:solidFill>
            <a:srgbClr val="FFF8E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18836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377440" y="18836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???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22219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3번 가게가 어디야? 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109728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해결!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44568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A623"/>
                </a:solidFill>
              </a:rPr>
              <a:t>→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5120640" y="777240"/>
            <a:ext cx="3657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120640" y="777240"/>
            <a:ext cx="3657600" cy="34747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7772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JOIN 후 결과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20640" y="1124712"/>
            <a:ext cx="3657600" cy="246888"/>
          </a:xfrm>
          <a:prstGeom prst="rect">
            <a:avLst/>
          </a:prstGeom>
          <a:solidFill>
            <a:srgbClr val="E8EE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1124712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name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178040" y="1124712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총매출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20640" y="1371600"/>
            <a:ext cx="36576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1371600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부산명가 한식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178040" y="1371600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87,000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120640" y="1618488"/>
            <a:ext cx="3657600" cy="246888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1618488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해운대치킨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178040" y="1618488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72,500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120640" y="1865376"/>
            <a:ext cx="36576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1865376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광안리피자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178040" y="1865376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65,000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2542032"/>
            <a:ext cx="8412480" cy="960120"/>
          </a:xfrm>
          <a:prstGeom prst="rect">
            <a:avLst/>
          </a:prstGeom>
          <a:solidFill>
            <a:srgbClr val="EBF8FF"/>
          </a:solidFill>
          <a:ln w="12700">
            <a:solidFill>
              <a:srgbClr val="2D8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02920" y="2578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 JOIN 비유: 서류철 합치기 / 소개팅 매칭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" y="28346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orders 서류철(id, restaurant_id)  +  restaurants 서류철(id, name)  →  restaurant_id로 연결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"어떤 서류를 합칠지 기준(ON)을 정해야 한다"  →  ON orders.restaurant_id = restaurants.id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65760" y="3584448"/>
            <a:ext cx="8412480" cy="12344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02920" y="3657600"/>
            <a:ext cx="813816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테이블A          -- 기준 테이블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테이블B          -- 합칠 테이블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  테이블A.키 = 테이블B.키;   -- 연결 조건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INNER JOIN — 양쪽 모두 매칭되는 것만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1595628" cy="25603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15956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자주 쓰는 JOIN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4160520" cy="173736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170432"/>
            <a:ext cx="38862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orders ↔ restaurants JOIN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o.id, r.name AS 가게명, o.total_price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orders AS 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restaurants AS 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  o.restaurant_id = r.id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069080" cy="224028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170432"/>
            <a:ext cx="3794760" cy="2093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-- 3테이블 JOIN: 주문 + 가게 + 고객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o.id   AS 주문번호,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c.name AS 고객명,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r.name AS 가게명,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o.total_price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orders AS 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customers    AS c ON o.customer_id    = c.id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restaurants  AS r ON o.restaurant_id  = r.id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41605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07792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0779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INNER JOIN 핵심 규칙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329184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양쪽 테이블에 모두 매칭 행이 있어야 결과에 포함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352044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한쪽에만 있으면 결과에서 제외 (NULL이 아니라 제외!)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374904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별칭(AS o, AS r)을 반드시 쓰자 — 컬럼 충돌 방지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397764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JOIN 키는 보통 FK = PK 관계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4315968"/>
            <a:ext cx="8412480" cy="9601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4389120"/>
            <a:ext cx="8138160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-- 4테이블 JOIN: 주문 + 가게 + 고객 + 메뉴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 AS 고객, r.name AS 가게,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m.menu_name AS 메뉴, o.total_price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orders AS 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customers   AS c ON o.customer_id   = c.id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restaurants AS r ON o.restaurant_id = r.id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menus       AS m ON o.menu_id       = m.id;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LEFT JOIN — 출석부 (결석자도 명단에)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EBF8FF"/>
          </a:solidFill>
          <a:ln w="12700">
            <a:solidFill>
              <a:srgbClr val="2D8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046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🏫  비유: 학급 출석부 — 결석한 학생도 명단에 있어야 한다!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0607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LEFT 테이블의 모든 행 유지, 매칭 없으면 오른쪽 컬럼은 NULL  →  주문 0건 고객도 결과에 포함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4160520" cy="173736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536192"/>
            <a:ext cx="38862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INNER JOIN: 주문한 고객만 (48명)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c.name, COUNT(o.id) AS 주문수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AS 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orders AS o ON c.id = o.customer_id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c.id, c.name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주문수 DESC;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406908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536192"/>
            <a:ext cx="379476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LEFT JOIN: 주문 0건 고객도 포함 (10명)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c.name, COUNT(o.id) AS 주문수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AS 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orders AS o ON c.id = o.customer_id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c.id, c.name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주문수 DESC;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COUNT(o.id): NULL은 카운트 안 됨 ← 중요!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109728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364992"/>
            <a:ext cx="81381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주문 0건 고객만 필터 → IS NULL 패턴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c.name, c.phone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AS 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orders AS o ON c.id = o.customer_id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o.id IS NULL;   -- 매칭 안 된 고객만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→ "쿠폰 보내서 첫 주문 유도!" 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4462272"/>
            <a:ext cx="8412480" cy="420624"/>
          </a:xfrm>
          <a:prstGeom prst="rect">
            <a:avLst/>
          </a:prstGeom>
          <a:solidFill>
            <a:srgbClr val="E8F5E9"/>
          </a:solidFill>
          <a:ln w="12700">
            <a:solidFill>
              <a:srgbClr val="2D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44988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💰  비즈니스 인사이트: LEFT JOIN IS NULL = '아직 활성화 안 된 고객' → 쿠폰 발송 대상!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RIGHT JOIN · CROSS JOIN · SELF JOIN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77240"/>
            <a:ext cx="4160520" cy="34747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772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RIGHT JOIN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124712"/>
            <a:ext cx="4160520" cy="157276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197864"/>
            <a:ext cx="388620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가게 기준 (주문 0건 가게 포함)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r.name,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IFNULL(COUNT(o.id),0) AS 주문수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 AS 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JOIN restaurants AS 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o.restaurant_id = r.id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r.id, r.name;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777240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777240"/>
            <a:ext cx="4069080" cy="34747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77724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LEFT로 대체 가능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124712"/>
            <a:ext cx="4069080" cy="157276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197864"/>
            <a:ext cx="379476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위와 동일한 결과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r.name,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IFNULL(COUNT(o.id),0) AS 주문수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restaurants AS 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orders AS 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r.id = o.restaurant_id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r.id, r.name;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41605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88920"/>
            <a:ext cx="41605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889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CROSS JOIN — 전체 조합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3182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행 × 모든 행 (카테시안 곱)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주의: 10 × 10 = 100행 생성됨!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4160520" cy="5486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639312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c.name, r.name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AS 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 JOIN restaurants AS 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10;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788920"/>
            <a:ext cx="406908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788920"/>
            <a:ext cx="40690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78892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SELF JOIN — 자기 자신과 JOIN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18888" y="3182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테이블을 두 번 참조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같은 카테고리 가게 쌍 찾기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566160"/>
            <a:ext cx="4069080" cy="5486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3639312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a.name, b.name, a.category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restaurants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restaurants 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a.category=b.category AND a.id&lt;b.id;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187952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" y="4206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실무 사용 빈도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77440" y="4206240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INNER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77440" y="4443984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39312" y="4206240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LEFT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39312" y="4443984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01184" y="4206240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RIGHT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01184" y="4443984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★★☆☆☆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63056" y="4206240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CROSS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63056" y="4443984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★★☆☆☆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24928" y="4206240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E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SELF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24928" y="4443984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★★★☆☆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JOIN + GROUP BY — 황금 조합 ✨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1385316" cy="25603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13853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수업의 클라이맥스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078992"/>
            <a:ext cx="1965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078992"/>
            <a:ext cx="196596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789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141732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JOIN 작성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169164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 JOIN restaurants ON …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331720" y="1417320"/>
            <a:ext cx="21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42032" y="1078992"/>
            <a:ext cx="1965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42032" y="1078992"/>
            <a:ext cx="196596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10789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15184" y="141732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GROUP BY 추가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15184" y="169164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r.id, r.name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07992" y="1417320"/>
            <a:ext cx="21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18304" y="1078992"/>
            <a:ext cx="1965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18304" y="1078992"/>
            <a:ext cx="196596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10789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91456" y="141732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집계함수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91456" y="169164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COUNT(*), SUM(total_price)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684264" y="1417320"/>
            <a:ext cx="21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894576" y="1078992"/>
            <a:ext cx="1965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94576" y="1078992"/>
            <a:ext cx="196596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94576" y="10789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67728" y="141732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정렬/필터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67728" y="169164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HAVING, ORDER BY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2212848"/>
            <a:ext cx="5029200" cy="263347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2286000"/>
            <a:ext cx="475488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가게 이름별 매출 랭킹 (드디어 이름이 보인다!)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r.name          AS 가게명,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r.category      AS 카테고리,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       AS 주문수,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SUM(o.total_price)          AS 총매출,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ROUND(AVG(o.total_price))   AS 평균주문금액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orders AS 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restaurants AS r ON o.restaurant_id = r.id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r.id, r.name, r.category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총매출 DESC;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577840" y="2212848"/>
            <a:ext cx="320040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77840" y="2212848"/>
            <a:ext cx="3200400" cy="34747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22128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(예시)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577840" y="2560320"/>
            <a:ext cx="3200400" cy="246888"/>
          </a:xfrm>
          <a:prstGeom prst="rect">
            <a:avLst/>
          </a:prstGeom>
          <a:solidFill>
            <a:srgbClr val="E8EE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14416" y="2560320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가게명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077456" y="2560320"/>
            <a:ext cx="594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주문수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671816" y="2560320"/>
            <a:ext cx="10698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총매출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577840" y="2807208"/>
            <a:ext cx="32004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14416" y="2807208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부산명가 한식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077456" y="2807208"/>
            <a:ext cx="594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671816" y="2807208"/>
            <a:ext cx="10698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87,000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577840" y="3054096"/>
            <a:ext cx="3200400" cy="246888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14416" y="3054096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해운대치킨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077456" y="3054096"/>
            <a:ext cx="594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671816" y="3054096"/>
            <a:ext cx="10698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72,500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577840" y="3300984"/>
            <a:ext cx="32004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14416" y="3300984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광안리피자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077456" y="3300984"/>
            <a:ext cx="594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671816" y="3300984"/>
            <a:ext cx="10698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65,000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577840" y="3547872"/>
            <a:ext cx="3200400" cy="246888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14416" y="354787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서면분식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077456" y="3547872"/>
            <a:ext cx="594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671816" y="3547872"/>
            <a:ext cx="10698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42,000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JOIN 자주 하는 실수 &amp; 에러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8412480" cy="30175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804672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ERROR: Ambiguous column (컬럼 모호성)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1152144"/>
            <a:ext cx="3913632" cy="640080"/>
          </a:xfrm>
          <a:prstGeom prst="rect">
            <a:avLst/>
          </a:prstGeom>
          <a:solidFill>
            <a:srgbClr val="FFF1F1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170432"/>
            <a:ext cx="380390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C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SELECT id, name FROM orders JOIN restaurants ON restaurant_id = id;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id가 어느 테이블? name도 어느 테이블?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462272" y="1152144"/>
            <a:ext cx="4242816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1170432"/>
            <a:ext cx="413308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SELECT o.id, r.name FROM orders AS o JOIN restaurants AS r ON o.restaurant_id = r.id;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테이블 별칭으로 명확히!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267712"/>
            <a:ext cx="84124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267712"/>
            <a:ext cx="8412480" cy="3017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267712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ON 조건 없이 JOIN → CROSS JOIN 발생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2615184"/>
            <a:ext cx="3913632" cy="640080"/>
          </a:xfrm>
          <a:prstGeom prst="rect">
            <a:avLst/>
          </a:prstGeom>
          <a:solidFill>
            <a:srgbClr val="FFF1F1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2633472"/>
            <a:ext cx="380390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C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SELECT * FROM orders JOIN restaurants;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ON이 없으면 50×10 = 500행! 의도치 않은 결과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462272" y="2615184"/>
            <a:ext cx="4242816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17136" y="2633472"/>
            <a:ext cx="413308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SELECT * FROM orders JOIN restaurants ON orders.restaurant_id = restaurants.id;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730752"/>
            <a:ext cx="84124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730752"/>
            <a:ext cx="8412480" cy="30175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730752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LEFT JOIN 후 COUNT(*) 주의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" y="4078224"/>
            <a:ext cx="3913632" cy="640080"/>
          </a:xfrm>
          <a:prstGeom prst="rect">
            <a:avLst/>
          </a:prstGeom>
          <a:solidFill>
            <a:srgbClr val="FFF1F1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4096512"/>
            <a:ext cx="380390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C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SELECT c.name, COUNT(*) FROM customers AS c LEFT JOIN orders AS o ON c.id = o.customer_id GROUP BY c.id;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주문 0건 고객도 COUNT(*) = 1이 됨!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62272" y="4078224"/>
            <a:ext cx="4242816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17136" y="4096512"/>
            <a:ext cx="413308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-- COUNT(o.id) 사용 → NULL은 카운트 안 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c.name, COUNT(o.id) AS 주문수 FROM customers AS c LEFT JOIN orders AS o ON c.id = o.customer_id GROUP BY c.id;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따라하기 — JOIN 실전 쿼리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16052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868680"/>
            <a:ext cx="2752344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68680"/>
            <a:ext cx="2752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가게 이름 + 카테고리별 주문수, 총매출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" y="1188720"/>
            <a:ext cx="4005072" cy="155448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34440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r.name, r.category,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AS 주문수,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SUM(o.total_price) AS 총매출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 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restaurants r ON o.restaurant_id=r.id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r.id ORDER BY 총매출 DESC;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953512"/>
            <a:ext cx="416052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" y="3017520"/>
            <a:ext cx="2647188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017520"/>
            <a:ext cx="2647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인기 메뉴 TOP 5 (주문 많은 순)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8912" y="3337560"/>
            <a:ext cx="4005072" cy="155448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83280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m.menu_name, r.name AS 가게,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AS 주문수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 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menus m ON o.menu_id=m.id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restaurants r ON o.restaurant_id=r.id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m.id ORDER BY 주문수 DESC LIMIT 5;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81728" y="804672"/>
            <a:ext cx="416052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868680"/>
            <a:ext cx="2436876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868680"/>
            <a:ext cx="24368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주문 0건 고객 찾기 → 쿠폰 대상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4005072" cy="155448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234440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c.name, c.phone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orders o ON c.id=o.customer_id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o.id IS NULL;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81728" y="2953512"/>
            <a:ext cx="416052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017520"/>
            <a:ext cx="3278124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017520"/>
            <a:ext cx="32781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카테고리별 평균 주문금액 (10,000원 이상만)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3337560"/>
            <a:ext cx="4005072" cy="155448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3383280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r.category,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ROUND(AVG(o.total_price)) AS 평균금액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 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restaurants r ON o.restaurant_id=r.id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r.category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평균금액 &gt;= 10000;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INNER vs LEFT JOIN — 언제 무엇을 쓸까?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🤔  "빠진 것 없이 모든 결과를 보고 싶다"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3474720" cy="658368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32588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아니오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(매칭되는 것만 OK)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34440" y="1984248"/>
            <a:ext cx="2103120" cy="5029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98424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INNER JOIN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5420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주문한 고객의 이름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(주문 없으면 필요 없음)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0" y="1325880"/>
            <a:ext cx="347472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2D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0" y="132588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(없는 것도 포함)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1984248"/>
            <a:ext cx="2103120" cy="5029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98424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LEFT JOIN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25420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모든 고객 + 주문 수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(주문 없으면 0 or NULL)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23360" y="1463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66666"/>
                </a:solidFill>
              </a:rPr>
              <a:t>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023360" y="1463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66666"/>
                </a:solidFill>
              </a:rPr>
              <a:t>←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611880" y="1874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6666"/>
                </a:solidFill>
              </a:rPr>
              <a:t>↗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92040" y="1874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6666"/>
                </a:solidFill>
              </a:rPr>
              <a:t>↗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65760" y="3730752"/>
            <a:ext cx="8412480" cy="1527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730752"/>
            <a:ext cx="8412480" cy="301752"/>
          </a:xfrm>
          <a:prstGeom prst="rect">
            <a:avLst/>
          </a:prstGeom>
          <a:solidFill>
            <a:srgbClr val="E8EE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730752"/>
            <a:ext cx="5943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0" y="3730752"/>
            <a:ext cx="2377440" cy="301752"/>
          </a:xfrm>
          <a:prstGeom prst="rect">
            <a:avLst/>
          </a:prstGeom>
          <a:solidFill>
            <a:srgbClr val="E8EE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73075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추천 JOIN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032504"/>
            <a:ext cx="8412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032504"/>
            <a:ext cx="5943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주문한 고객의 정보를 보고 싶다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4032504"/>
            <a:ext cx="2377440" cy="301752"/>
          </a:xfrm>
          <a:prstGeom prst="rect">
            <a:avLst/>
          </a:prstGeom>
          <a:solidFill>
            <a:srgbClr val="C5E8E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032504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334256"/>
            <a:ext cx="8412480" cy="301752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4334256"/>
            <a:ext cx="5943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고객 + 주문 건수 (0건 포함)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0" y="4334256"/>
            <a:ext cx="2377440" cy="301752"/>
          </a:xfrm>
          <a:prstGeom prst="rect">
            <a:avLst/>
          </a:prstGeom>
          <a:solidFill>
            <a:srgbClr val="E8F5E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4334256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636008"/>
            <a:ext cx="8412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4636008"/>
            <a:ext cx="5943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가게 + 주문 건수 (0건 포함)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0" y="4636008"/>
            <a:ext cx="2377440" cy="301752"/>
          </a:xfrm>
          <a:prstGeom prst="rect">
            <a:avLst/>
          </a:prstGeom>
          <a:solidFill>
            <a:srgbClr val="C5E8E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463600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또는 RIGHT JOIN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937760"/>
            <a:ext cx="8412480" cy="301752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4937760"/>
            <a:ext cx="5943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주문 안 한 고객 찾기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0" y="4937760"/>
            <a:ext cx="2377440" cy="301752"/>
          </a:xfrm>
          <a:prstGeom prst="rect">
            <a:avLst/>
          </a:prstGeom>
          <a:solidFill>
            <a:srgbClr val="E8F5E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4937760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+ WHERE IS NULL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연습문제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4069080"/>
          </a:xfrm>
          <a:prstGeom prst="rect">
            <a:avLst/>
          </a:prstGeom>
          <a:solidFill>
            <a:srgbClr val="FAFBFD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91440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914400"/>
            <a:ext cx="7452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orders와 customers를 JOIN해서 고객 이름과 주문 총금액을 조회하세요.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234440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0876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508760"/>
            <a:ext cx="7452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orders와 menus를 JOIN해서 메뉴명, 수량, 총금액을 조회하세요.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1828800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0312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103120"/>
            <a:ext cx="7452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고객의 이름과 주문 건수를 조회하세요. 주문 0건인 고객도 포함해야 합니다.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423160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9748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697480"/>
            <a:ext cx="7452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카테고리별 총 주문 건수와 총 매출을 조회하세요. (restaurants + orders JOIN)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017520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9184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291840"/>
            <a:ext cx="7452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메뉴 TOP 5를 조회하세요. (메뉴명, 가게명, 주문 건수)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611880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88620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886200"/>
            <a:ext cx="7452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주문이 한 번도 없는 가게(restaurants)의 이름과 카테고리를 조회하세요.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498848"/>
            <a:ext cx="8412480" cy="29260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4988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💾  자세한 문제 + 정답은 day06-practice.md 파일을 확인하세요  |  총 12문제 + 보너스 2문제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 정리 — JOIN 4종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1554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1554480" cy="5029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22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INNER JOIN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" y="1371600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양쪽 모두 매칭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교집합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" y="2057400"/>
            <a:ext cx="14447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★★★★★ 가장 많이 사용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84832" y="822960"/>
            <a:ext cx="1554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84832" y="822960"/>
            <a:ext cx="155448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4832" y="822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LEFT JOIN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39696" y="1371600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기준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NULL 포함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39696" y="2057400"/>
            <a:ext cx="14447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★★★★★ 0건 포함 조회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03904" y="822960"/>
            <a:ext cx="1554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03904" y="822960"/>
            <a:ext cx="1554480" cy="5029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03904" y="822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RIGHT JOIN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58768" y="1371600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5E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기준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B5E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NULL 포함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58768" y="2057400"/>
            <a:ext cx="14447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★★☆☆☆ LEFT로 대체 가능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22976" y="822960"/>
            <a:ext cx="1554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22976" y="822960"/>
            <a:ext cx="155448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22976" y="822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CROSS JOIN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1371600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조합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(카테시안 곱)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77840" y="2057400"/>
            <a:ext cx="14447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★★☆☆☆ 특수 용도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42048" y="822960"/>
            <a:ext cx="1554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42048" y="822960"/>
            <a:ext cx="1554480" cy="502920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42048" y="822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SELF JOIN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96912" y="1371600"/>
            <a:ext cx="1444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자신과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JOIN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96912" y="2057400"/>
            <a:ext cx="14447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★★★☆☆ 계층 데이터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657600"/>
            <a:ext cx="8412480" cy="804672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36941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JOIN 황금 공식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39502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테이블A AS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테이블B AS b  ON a.fk = b.pk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b.id, b.name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집계결과 DESC;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2D8B8B">
              <a:alpha val="20000"/>
            </a:srgbClr>
          </a:solidFill>
          <a:ln w="12700">
            <a:solidFill>
              <a:srgbClr val="2D8B8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F5A623">
              <a:alpha val="18000"/>
            </a:srgbClr>
          </a:solidFill>
          <a:ln w="12700">
            <a:solidFill>
              <a:srgbClr val="F5A623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54864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서브쿼리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쿼리 안의 쿼리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6858000" cy="502920"/>
          </a:xfrm>
          <a:prstGeom prst="rect">
            <a:avLst/>
          </a:prstGeom>
          <a:solidFill>
            <a:srgbClr val="182236"/>
          </a:solidFill>
          <a:ln w="12700">
            <a:solidFill>
              <a:srgbClr val="1822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832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 "평균보다 비싼 메뉴만 보려면 어떻게 하죠?"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005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WHERE절 서브쿼리 · FROM절 서브쿼리 · EXISTS · UNION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수고하셨습니다! 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6 — JOIN: 흩어진 퍼즐 맞추기</dc:title>
  <dc:subject>PptxGenJS Presentation</dc:subject>
  <dc:creator>PptxGenJS</dc:creator>
  <cp:lastModifiedBy>PptxGenJS</cp:lastModifiedBy>
  <cp:revision>1</cp:revision>
  <dcterms:created xsi:type="dcterms:W3CDTF">2026-04-21T15:17:40Z</dcterms:created>
  <dcterms:modified xsi:type="dcterms:W3CDTF">2026-04-21T15:17:40Z</dcterms:modified>
</cp:coreProperties>
</file>