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548640"/>
            <a:ext cx="4114800" cy="4114800"/>
          </a:xfrm>
          <a:prstGeom prst="ellipse">
            <a:avLst/>
          </a:prstGeom>
          <a:solidFill>
            <a:srgbClr val="D4A017">
              <a:alpha val="18000"/>
            </a:srgbClr>
          </a:solidFill>
          <a:ln w="12700">
            <a:solidFill>
              <a:srgbClr val="D4A017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108960"/>
            <a:ext cx="2560320" cy="2560320"/>
          </a:xfrm>
          <a:prstGeom prst="ellipse">
            <a:avLst/>
          </a:prstGeom>
          <a:solidFill>
            <a:srgbClr val="2D8B8B">
              <a:alpha val="22000"/>
            </a:srgbClr>
          </a:solidFill>
          <a:ln w="12700">
            <a:solidFill>
              <a:srgbClr val="2D8B8B">
                <a:alpha val="2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0" y="2743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🎉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132320" y="10972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🏆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2194560" cy="32004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029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 10일 완성 과정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9601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D4A0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72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54864" cy="1645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42316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 프로젝트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너의 DB를 보여줘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777240" y="3840480"/>
            <a:ext cx="6858000" cy="502920"/>
          </a:xfrm>
          <a:prstGeom prst="rect">
            <a:avLst/>
          </a:prstGeom>
          <a:solidFill>
            <a:srgbClr val="182236"/>
          </a:solidFill>
          <a:ln w="12700">
            <a:solidFill>
              <a:srgbClr val="1822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8404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D4A0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💬  "10일간 배운 걸 한번에 써먹을 수 있을까?"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709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한국IT교육센터 부산점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흐름 — 10일의 마무리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22960"/>
            <a:ext cx="548640" cy="713232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22960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87552" y="896112"/>
            <a:ext cx="2560320" cy="292608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89611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범위 복습 퀴즈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87552" y="1225296"/>
            <a:ext cx="914400" cy="219456"/>
          </a:xfrm>
          <a:prstGeom prst="rect">
            <a:avLst/>
          </a:prstGeom>
          <a:solidFill>
            <a:srgbClr val="E8F5E9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122529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7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703320" y="1024128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1~9 핵심 10문제 빠르게 점검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627632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1627632"/>
            <a:ext cx="548640" cy="71323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27632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87552" y="1700784"/>
            <a:ext cx="2560320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170078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관리 + 백업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87552" y="2029968"/>
            <a:ext cx="914400" cy="219456"/>
          </a:xfrm>
          <a:prstGeom prst="rect">
            <a:avLst/>
          </a:prstGeom>
          <a:solidFill>
            <a:srgbClr val="E8F5E9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202996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7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20분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703320" y="182880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GRANT·REVOKE·mysqldump — 실무 운영 기술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432304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432304"/>
            <a:ext cx="548640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432304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87552" y="2505456"/>
            <a:ext cx="2560320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250545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📚 도서관 DB 라이브 코딩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87552" y="2834640"/>
            <a:ext cx="914400" cy="219456"/>
          </a:xfrm>
          <a:prstGeom prst="rect">
            <a:avLst/>
          </a:prstGeom>
          <a:solidFill>
            <a:srgbClr val="E8F5E9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7552" y="283464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7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90분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703320" y="263347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ERD → CREATE TABLE → INSERT → SELECT → VIEW+INDEX → DCL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236976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236976"/>
            <a:ext cx="548640" cy="7132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236976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87552" y="3310128"/>
            <a:ext cx="25603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7552" y="33101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정처기 기출 + 로드맵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87552" y="3639312"/>
            <a:ext cx="914400" cy="219456"/>
          </a:xfrm>
          <a:prstGeom prst="rect">
            <a:avLst/>
          </a:prstGeom>
          <a:solidFill>
            <a:srgbClr val="E8F5E9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7552" y="363931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7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40분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703320" y="343814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기출 10문제 + 이후 학습 경로 안내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범위 복습 퀴즈 — Day 1~9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4023360"/>
          </a:xfrm>
          <a:prstGeom prst="rect">
            <a:avLst/>
          </a:prstGeom>
          <a:solidFill>
            <a:srgbClr val="FAFBFD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⏱  10분  |  아는 건 바로, 모르는 건 솔직하게 — 빠르게 점검!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4023360" cy="512064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207008"/>
            <a:ext cx="548640" cy="5120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07008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60704" y="124358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CREATE TABLE 후 구조를 확인하는 명령어는?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60704" y="146304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DESC 테이블명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1755648"/>
            <a:ext cx="4023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755648"/>
            <a:ext cx="548640" cy="5120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755648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060704" y="179222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NULL 입력을 막는 제약조건은?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60704" y="201168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NOT NULL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2304288"/>
            <a:ext cx="4023360" cy="512064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304288"/>
            <a:ext cx="548640" cy="5120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304288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060704" y="234086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UPDATE 시 WHERE 없으면 어떻게 되나요?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60704" y="256032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모든 행이 수정됨 (핵버튼!)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2852928"/>
            <a:ext cx="4023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852928"/>
            <a:ext cx="548640" cy="5120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852928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4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060704" y="288950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NULL인 경우 대체값을 반환하는 함수는?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60704" y="310896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IFNULL(컬럼, 대체값)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3401568"/>
            <a:ext cx="4023360" cy="512064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401568"/>
            <a:ext cx="548640" cy="5120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401568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5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060704" y="343814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COUNT(*)와 COUNT(컬럼)의 차이는?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60704" y="36576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COUNT(컬럼)은 NULL 제외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45152" y="1207008"/>
            <a:ext cx="4041648" cy="512064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45152" y="1207008"/>
            <a:ext cx="548640" cy="5120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45152" y="1207008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6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248656" y="1243584"/>
            <a:ext cx="2852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주문이 없는 고객도 포함하려면 어떤 JOIN?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248656" y="1463040"/>
            <a:ext cx="2852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LEFT JOIN + IS NULL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45152" y="1755648"/>
            <a:ext cx="404164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45152" y="1755648"/>
            <a:ext cx="548640" cy="5120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45152" y="1755648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7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248656" y="1792224"/>
            <a:ext cx="2852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FROM절 서브쿼리에 반드시 필요한 것은?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248656" y="2011680"/>
            <a:ext cx="2852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AS 별칭 (없으면 ERROR 1248)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45152" y="2304288"/>
            <a:ext cx="4041648" cy="512064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45152" y="2304288"/>
            <a:ext cx="548640" cy="5120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45152" y="2304288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8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248656" y="2340864"/>
            <a:ext cx="2852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EXPLAIN type='ALL'의 의미는?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248656" y="2560320"/>
            <a:ext cx="2852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인덱스 없이 풀스캔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645152" y="2852928"/>
            <a:ext cx="404164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45152" y="2852928"/>
            <a:ext cx="548640" cy="5120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45152" y="2852928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9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248656" y="2889504"/>
            <a:ext cx="2852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 삭제 시 자식도 자동 삭제되는 FK 옵션은?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248656" y="3108960"/>
            <a:ext cx="2852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ON DELETE CASCADE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645152" y="3401568"/>
            <a:ext cx="4041648" cy="512064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645152" y="3401568"/>
            <a:ext cx="548640" cy="5120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45152" y="3401568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9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248656" y="3438144"/>
            <a:ext cx="2852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"하나의 사실은 ___ 에만 저장" (정규화 원칙)?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248656" y="3657600"/>
            <a:ext cx="2852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한 곳 (= 3NF 핵심)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관리 — CREATE USER · GRANT · REVOKE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5513832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04672"/>
            <a:ext cx="5513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"아르바이트에겐 SELECT만, 매니저에겐 INSERT/UPDATE까지, 오너에겐 ALL"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170432"/>
            <a:ext cx="4160520" cy="192024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261872"/>
            <a:ext cx="3886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사용자 생성 (MySQL 8.x)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USER 'staff'@'localhost'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IDENTIFIED BY 'Test1234!';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권한 부여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SELECT, INSERT, UPDATE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hanipbaesal.*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 'staff'@'localhost';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170432"/>
            <a:ext cx="4069080" cy="1705356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261872"/>
            <a:ext cx="3794760" cy="15224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권한 확인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GRANTS FOR 'staff'@'localhost';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권한 회수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REVOKE INSERT, UPDATE ON hanipbaesal.*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'staff'@'localhost';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사용자 삭제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USER IF EXISTS 'staff'@'localhost';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84124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200400"/>
            <a:ext cx="841248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0040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레벨별 역할 비교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602736"/>
            <a:ext cx="8229600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602736"/>
            <a:ext cx="1280160" cy="347472"/>
          </a:xfrm>
          <a:prstGeom prst="rect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0273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readonly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810512" y="360273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75504" y="3602736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리포트 조회 전용 계정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986784"/>
            <a:ext cx="8229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986784"/>
            <a:ext cx="1280160" cy="347472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8678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staff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810512" y="398678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SELECT, INSERT, UPDATE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75504" y="3986784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업무용 (삭제 불가)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370832"/>
            <a:ext cx="8229600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370832"/>
            <a:ext cx="1280160" cy="347472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37083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810512" y="437083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PRIVILEGES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75504" y="4370832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DBA, 개발자 (주의 필요!)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백업 &amp; 복원 — mysqldump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4567428" cy="256032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04672"/>
            <a:ext cx="45674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백업은 DB 운영의 생명보험! — 데이터를 잃고 나서 후회하지 말 것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170432"/>
            <a:ext cx="4160520" cy="192024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261872"/>
            <a:ext cx="3886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터미널(Terminal)에서 실행!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전체 DB 백업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mysqldump -u root -p hanipbaesal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 backup_20260511.sql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구조만 (데이터 제외)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mysqldump -u root -p --no-data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hanipbaesal &gt; structure_only.sql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170432"/>
            <a:ext cx="4069080" cy="1705356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261872"/>
            <a:ext cx="3794760" cy="15224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복원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-u root -p hanipbaesal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 backup_20260511.sql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Workbench GUI: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Server → Data Export → .sql 파일 저장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Server → Data Import → .sql 파일 불러오기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84124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200400"/>
            <a:ext cx="8412480" cy="329184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0040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백업 전략 &amp; 팁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360273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📅  정기 백업: 중요 DB는 매일, 일반은 주 1회 권장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38587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📁  백업 파일명에 날짜 포함: backup_YYYYMMDD.sql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411480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복원 테스트: 백업만 하고 복원 테스트 안 하면 반쪽짜리!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437083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  백업 파일 보안: 비밀번호 포함되므로 안전한 곳에 보관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📚 도서관 DB — 라이브 코딩 6단계 (90분)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22960"/>
            <a:ext cx="4160520" cy="310896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822960"/>
            <a:ext cx="658368" cy="3108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22960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60704" y="822960"/>
            <a:ext cx="2734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생성 + ERD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67912" y="859536"/>
            <a:ext cx="603504" cy="219456"/>
          </a:xfrm>
          <a:prstGeom prst="rect">
            <a:avLst/>
          </a:prstGeom>
          <a:solidFill>
            <a:srgbClr val="E8F5E9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67912" y="859536"/>
            <a:ext cx="6035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7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15분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" y="1188720"/>
            <a:ext cx="394106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화이트보드에 ERD 먼저!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authors → books → rentals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categories / members / reservations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822960"/>
            <a:ext cx="4069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822960"/>
            <a:ext cx="4069080" cy="310896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822960"/>
            <a:ext cx="658368" cy="3108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822960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404104" y="822960"/>
            <a:ext cx="2642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CREATE TABLE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19872" y="859536"/>
            <a:ext cx="603504" cy="219456"/>
          </a:xfrm>
          <a:prstGeom prst="rect">
            <a:avLst/>
          </a:prstGeom>
          <a:solidFill>
            <a:srgbClr val="E8F5E9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19872" y="859536"/>
            <a:ext cx="6035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7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20분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18888" y="1188720"/>
            <a:ext cx="384962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 테이블 먼저!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PK·AI·NOT NULL·FK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 DELETE SET NULL / CASCADE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2176272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176272"/>
            <a:ext cx="4160520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176272"/>
            <a:ext cx="658368" cy="3108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176272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60704" y="2176272"/>
            <a:ext cx="2734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INSERT 데이터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867912" y="2212848"/>
            <a:ext cx="603504" cy="219456"/>
          </a:xfrm>
          <a:prstGeom prst="rect">
            <a:avLst/>
          </a:prstGeom>
          <a:solidFill>
            <a:srgbClr val="E8F5E9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67912" y="2212848"/>
            <a:ext cx="6035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7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15분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5488" y="2542032"/>
            <a:ext cx="394106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저자→장르→도서→회원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→대출→예약 (순서가 생명!)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대출 없는 회원 2명 의도적 포함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2176272"/>
            <a:ext cx="4069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176272"/>
            <a:ext cx="406908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2176272"/>
            <a:ext cx="658368" cy="3108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2176272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404104" y="2176272"/>
            <a:ext cx="2642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SELECT 쿼리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119872" y="2212848"/>
            <a:ext cx="603504" cy="219456"/>
          </a:xfrm>
          <a:prstGeom prst="rect">
            <a:avLst/>
          </a:prstGeom>
          <a:solidFill>
            <a:srgbClr val="E8F5E9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19872" y="2212848"/>
            <a:ext cx="6035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7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20분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18888" y="2542032"/>
            <a:ext cx="384962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3~6 총복습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연체일수·장르별 통계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JOIN·LEFT JOIN IS NULL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3529584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65760" y="3529584"/>
            <a:ext cx="4160520" cy="310896"/>
          </a:xfrm>
          <a:prstGeom prst="rect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3529584"/>
            <a:ext cx="658368" cy="3108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529584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060704" y="3529584"/>
            <a:ext cx="2734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서브쿼리 + VIEW + INDEX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867912" y="3566160"/>
            <a:ext cx="603504" cy="219456"/>
          </a:xfrm>
          <a:prstGeom prst="rect">
            <a:avLst/>
          </a:prstGeom>
          <a:solidFill>
            <a:srgbClr val="E8F5E9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67912" y="3566160"/>
            <a:ext cx="6035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7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15분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75488" y="3895344"/>
            <a:ext cx="394106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대출 초과 회원 찾기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v_rental_status 뷰 생성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EXPLAIN 전/후 비교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09160" y="3529584"/>
            <a:ext cx="4069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09160" y="3529584"/>
            <a:ext cx="4069080" cy="310896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09160" y="3529584"/>
            <a:ext cx="658368" cy="3108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3529584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6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404104" y="3529584"/>
            <a:ext cx="2642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DCL — 사서 계정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119872" y="3566160"/>
            <a:ext cx="603504" cy="219456"/>
          </a:xfrm>
          <a:prstGeom prst="rect">
            <a:avLst/>
          </a:prstGeom>
          <a:solidFill>
            <a:srgbClr val="E8F5E9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19872" y="3566160"/>
            <a:ext cx="6035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7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5분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818888" y="3895344"/>
            <a:ext cx="384962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librarian: SELECT + 대출 관리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lib_admin: ALL PRIVILEGES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GRANT·REVOKE 실습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1~2 — ERD 설계 + CREATE TABLE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41605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04672"/>
            <a:ext cx="4160520" cy="329184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04672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ERD 관계도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3977640" cy="2564892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280160"/>
            <a:ext cx="3703320" cy="23820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[authors]     1 ──── N  [books]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[categories]  1 ──── N  [books]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[members]     1 ──── N  [rentals]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[books]       1 ──── N  [rentals]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[members]     1 ──── N  [reservations]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[books]       1 ──── N  [reservations]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생성 순서 (부모 먼저!)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authors → categories → books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members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rentals → reservations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40690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04672"/>
            <a:ext cx="4069080" cy="32918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804672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CREATE TABLE 핵심 패턴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73168" y="1188720"/>
            <a:ext cx="3931920" cy="2779776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10328" y="1280160"/>
            <a:ext cx="3657600" cy="2596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books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INT PRIMARY KEY AUTO_INCREMENT,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 VARCHAR(100) NOT NULL,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author_id   INT,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category_id INT,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(author_id)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authors(id)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 DELETE SET NULL,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(category_id)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categories(id)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 DELETE SET NULL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3~4 — INSERT 데이터 + SELECT 쿼리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037576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04672"/>
            <a:ext cx="8037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INSERT 순서: authors → categories → books → members → rentals → reservations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4160520" cy="1490472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207008"/>
            <a:ext cx="388620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부모 먼저 삽입! (FK 에러 방지)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authors → categories → books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→ members → rentals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authors (name, nationality, birth_year)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('한강','한국',1970),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('무라카미 하루키','일본',1949);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115568"/>
            <a:ext cx="4069080" cy="1705356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207008"/>
            <a:ext cx="3794760" cy="15224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[Day 4] 연체 + 연체일수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b.title, m.name,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DATEDIFF(CURDATE(),r.due_date) AS 연체일수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rentals 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books b   ON r.book_id=b.id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members m ON r.member_id=m.id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r.status='연체';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948940"/>
            <a:ext cx="4160520" cy="1705356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040380"/>
            <a:ext cx="3886200" cy="15224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[Day 5] 장르별 도서 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c.name AS 장르,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COUNT(b.id) AS 도서수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categories 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books b ON c.id=b.category_id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c.id, c.name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도서수 DESC;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2948940"/>
            <a:ext cx="4069080" cy="127558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3040380"/>
            <a:ext cx="3794760" cy="1092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[Day 6] 한 번도 대출 안 한 회원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m.name AS 미대출회원, m.phone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members 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rentals r ON m.id=r.member_id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r.id IS NULL;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5~6 — VIEW + INDEX + DCL 사서 계정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4160520" cy="33604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04672"/>
            <a:ext cx="4160520" cy="237744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804672"/>
            <a:ext cx="4014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 — VIEW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0624" y="1060704"/>
            <a:ext cx="4050792" cy="299466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57784" y="1152144"/>
            <a:ext cx="3776472" cy="2811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v_rental_status AS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r.id AS 대출번호,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b.title AS 도서명,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m.name AS 회원명,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IFNULL(DATEDIFF(CURDATE(),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r.due_date), 0) AS 연체일수,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r.status AS 상태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rentals 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books b ON r.book_id=b.id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members m ON r.member_id=m.id;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v_rental_status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연체일수 &gt; 0;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4069080" cy="33604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04672"/>
            <a:ext cx="4069080" cy="23774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804672"/>
            <a:ext cx="3922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 INDEX  +  STEP 6 DCL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64024" y="1060704"/>
            <a:ext cx="3959352" cy="299466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01184" y="1152144"/>
            <a:ext cx="3685032" cy="2811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 SELECT * FROM rentals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member_id=1;  -- type=ALL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idx_rentals_member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rentals(member_id);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 SELECT * FROM rentals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member_id=1;  -- type=ref 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USER 'librarian'@'localhost'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IDENTIFIED BY 'Lib2026!';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 ON library_db.*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 'librarian'@'localhost';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INSERT, UPDATE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library_db.rentals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 'librarian'@'localhost';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4274820"/>
            <a:ext cx="8412480" cy="553212"/>
          </a:xfrm>
          <a:prstGeom prst="rect">
            <a:avLst/>
          </a:prstGeom>
          <a:solidFill>
            <a:srgbClr val="EB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274820"/>
            <a:ext cx="822960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 사서(librarian): SELECT 전체 + 대출/예약 INSERT·UPDATE  |  관리자(lib_admin): ALL PRIVILEGES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정보처리기사 SQL 기출 유형 5문제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4023360"/>
          </a:xfrm>
          <a:prstGeom prst="rect">
            <a:avLst/>
          </a:prstGeom>
          <a:solidFill>
            <a:srgbClr val="FAFBFD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04672"/>
            <a:ext cx="841248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0467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시험에 자주 나오는 패턴 — 결과를 먼저 예측하고 확인하세요!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188720"/>
            <a:ext cx="1005840" cy="256032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1887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SELECT+WHERE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536192" y="1207008"/>
            <a:ext cx="7059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중 salary가 3000 이상이고 dept='영업'인 직원을 내림차순 정렬하는 올바른 쿼리는?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536192" y="1499616"/>
            <a:ext cx="7059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SELECT * FROM emp WHERE salary&gt;=3000 AND dept='영업' ORDER BY salary DESC;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892808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892808"/>
            <a:ext cx="1005840" cy="256032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8928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JOIN 행 수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536192" y="1911096"/>
            <a:ext cx="7059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LEFT JOIN 결과는 INNER JOIN보다 행 수가 많거나 같다. (O / X)?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536192" y="2203704"/>
            <a:ext cx="7059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O — LEFT JOIN은 오른쪽에 매칭 없는 행도 포함 (NULL로)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596896"/>
            <a:ext cx="8229600" cy="64008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596896"/>
            <a:ext cx="1005840" cy="256032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59689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GROUP BY+HAVING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536192" y="2615184"/>
            <a:ext cx="7059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GROUP BY dept HAVING COUNT(*) &gt;= 3 의 결과는?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536192" y="2907792"/>
            <a:ext cx="7059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부서별로 그룹화 후 직원 수 3명 이상인 부서만 표시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300984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300984"/>
            <a:ext cx="1005840" cy="256032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30098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DDL 문법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536192" y="3319272"/>
            <a:ext cx="7059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테이블에 새 컬럼을 추가하는 명령어는?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536192" y="3611880"/>
            <a:ext cx="7059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ALTER TABLE 테이블명 ADD COLUMN 컬럼명 타입;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4005072"/>
            <a:ext cx="8229600" cy="64008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005072"/>
            <a:ext cx="1005840" cy="256032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0050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트랜잭션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536192" y="4023360"/>
            <a:ext cx="7059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ROLLBACK TO SAVEPOINT sp1 실행 시 sp1 이후의 변경사항은?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536192" y="4315968"/>
            <a:ext cx="7059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sp1 이후 변경사항만 취소, sp1 이전 변경사항은 유지됨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10일 완성 — 전체 핵심 정리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41605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04672"/>
            <a:ext cx="822960" cy="694944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04672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43584" y="914400"/>
            <a:ext cx="3191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개념 | CREATE TABLE | DESC | 데이터 타입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572768"/>
            <a:ext cx="41605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572768"/>
            <a:ext cx="822960" cy="69494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7276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43584" y="1682496"/>
            <a:ext cx="3191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제약조건 PK·AI·NOT NULL·UNIQUE·DEFAULT·CHECK | ALTER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340864"/>
            <a:ext cx="41605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340864"/>
            <a:ext cx="822960" cy="6949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40864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43584" y="2450592"/>
            <a:ext cx="3191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INSERT | SELECT+WHERE+LIKE+IS NULL | ORDER BY | UPDATE | DELETE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108960"/>
            <a:ext cx="41605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108960"/>
            <a:ext cx="822960" cy="694944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108960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43584" y="3218688"/>
            <a:ext cx="3191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CONCAT·DATE_FORMAT·ROUND·IFNULL·CASE WHEN | AS | DISTINCT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877056"/>
            <a:ext cx="41605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877056"/>
            <a:ext cx="822960" cy="69494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877056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43584" y="3986784"/>
            <a:ext cx="3191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COUNT·SUM·AVG·MAX·MIN | GROUP BY | HAVING (vs WHERE)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804672"/>
            <a:ext cx="40690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804672"/>
            <a:ext cx="822960" cy="694944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804672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86984" y="914400"/>
            <a:ext cx="309981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INNER JOIN | LEFT JOIN | RIGHT JOIN | JOIN+GROUP BY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1572768"/>
            <a:ext cx="40690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1572768"/>
            <a:ext cx="822960" cy="69494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157276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86984" y="1682496"/>
            <a:ext cx="309981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 서브쿼리 | FROM 서브쿼리 | EXISTS | UNION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2340864"/>
            <a:ext cx="40690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2340864"/>
            <a:ext cx="822960" cy="6949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2340864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8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586984" y="2450592"/>
            <a:ext cx="309981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EXPLAIN | CREATE INDEX | CREATE VIEW | START TRANSACTION | ACID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09160" y="3108960"/>
            <a:ext cx="40690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09160" y="3108960"/>
            <a:ext cx="822960" cy="694944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3108960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9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86984" y="3218688"/>
            <a:ext cx="309981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ERD | FOREIGN KEY | ON DELETE | 1NF→2NF→3NF (정규화)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09160" y="3877056"/>
            <a:ext cx="40690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09160" y="3877056"/>
            <a:ext cx="822960" cy="6949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9160" y="3877056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86984" y="3986784"/>
            <a:ext cx="309981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GRANT | REVOKE | mysqldump | 📚 도서관 DB 라이브 코딩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이후 학습 로드맵 — 다음 단계는?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77824"/>
            <a:ext cx="4160520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77824"/>
            <a:ext cx="4160520" cy="347472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877824"/>
            <a:ext cx="40142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💻  백엔드 개발자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280160"/>
            <a:ext cx="3941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Java(Spring)+JPA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1536192"/>
            <a:ext cx="3941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또는 Python(Django)+SQLAlchemy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1792224"/>
            <a:ext cx="3941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ORM으로 SQL 자동화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2029968"/>
            <a:ext cx="3941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REST API + DB 연동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" y="2267712"/>
            <a:ext cx="3941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트랜잭션 관리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877824"/>
            <a:ext cx="4069080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877824"/>
            <a:ext cx="4069080" cy="34747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877824"/>
            <a:ext cx="3922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 데이터 분석가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18888" y="1280160"/>
            <a:ext cx="3849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5EA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Python(pandas, numpy)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18888" y="1536192"/>
            <a:ext cx="3849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Tableau / Power BI 시각화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18888" y="1792224"/>
            <a:ext cx="3849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SQL + Python 조합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18888" y="2029968"/>
            <a:ext cx="3849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데이터 시각화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18888" y="2267712"/>
            <a:ext cx="3849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통계 분석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2688336"/>
            <a:ext cx="4160520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688336"/>
            <a:ext cx="416052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2688336"/>
            <a:ext cx="40142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🛠️  DBA (데이터베이스 관리자)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" y="3090672"/>
            <a:ext cx="3941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 고급 최적화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5488" y="3346704"/>
            <a:ext cx="3941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복제(Replication), 파티셔닝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" y="3602736"/>
            <a:ext cx="3941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인덱스 심화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5488" y="3840480"/>
            <a:ext cx="3941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쿼리 튜닝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5488" y="4078224"/>
            <a:ext cx="3941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백업/복구 전략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2688336"/>
            <a:ext cx="4069080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688336"/>
            <a:ext cx="406908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82312" y="2688336"/>
            <a:ext cx="3922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  자격증 준비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18888" y="3090672"/>
            <a:ext cx="3849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정보처리기사 (SQL 30%)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18888" y="3346704"/>
            <a:ext cx="3849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SQLD / OCA / OCP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18888" y="3602736"/>
            <a:ext cx="3849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DDL/DML/DCL 반복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18888" y="3840480"/>
            <a:ext cx="3849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조인·서브쿼리 문제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18888" y="4078224"/>
            <a:ext cx="3849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트랜잭션 개념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4498848"/>
            <a:ext cx="8412480" cy="329184"/>
          </a:xfrm>
          <a:prstGeom prst="rect">
            <a:avLst/>
          </a:prstGeom>
          <a:solidFill>
            <a:srgbClr val="FFF3CD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49884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  추천: SQL 기본기를 다진 지금, 정보처리기사 SQLD 먼저 따면 취업에 유리!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657600" cy="3657600"/>
          </a:xfrm>
          <a:prstGeom prst="ellipse">
            <a:avLst/>
          </a:prstGeom>
          <a:solidFill>
            <a:srgbClr val="D4A017">
              <a:alpha val="20000"/>
            </a:srgbClr>
          </a:solidFill>
          <a:ln w="12700">
            <a:solidFill>
              <a:srgbClr val="D4A017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2D8B8B">
              <a:alpha val="20000"/>
            </a:srgbClr>
          </a:solidFill>
          <a:ln w="12700">
            <a:solidFill>
              <a:srgbClr val="2D8B8B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0" y="18288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🏆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1371600" y="1371600"/>
            <a:ext cx="64008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08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0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수료를 축하합니다!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371600" y="2212848"/>
            <a:ext cx="64008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40864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10일 · 30시간 동안 배운 것들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7249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DB 설계 &amp; 테이블 생성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0" y="27249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CRUD 완전 정복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4400" y="307238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집계 &amp; 통계 쿼리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0" y="307238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JOIN으로 데이터 연결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341985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서브쿼리 마스터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0" y="341985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인덱스로 성능 개선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4400" y="37673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VIEW로 쿼리 재사용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0" y="37673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트랜잭션으로 안전 보장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41148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ERD &amp; 정규화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0" y="41148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사용자 관리 &amp; 백업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46634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  —  한국IT교육센터 부산점  MySQL 10일 완성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10 — 종합 프로젝트: 너의 DB를 보여줘</dc:title>
  <dc:subject>PptxGenJS Presentation</dc:subject>
  <dc:creator>PptxGenJS</dc:creator>
  <cp:lastModifiedBy>PptxGenJS</cp:lastModifiedBy>
  <cp:revision>1</cp:revision>
  <dcterms:created xsi:type="dcterms:W3CDTF">2026-05-10T17:45:53Z</dcterms:created>
  <dcterms:modified xsi:type="dcterms:W3CDTF">2026-05-10T17:45:53Z</dcterms:modified>
</cp:coreProperties>
</file>